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28-0522-8b22-8000-0000fa9af6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39-e642-8810-8000-000006c304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3c-e012-8bca-8000-00003f8063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37-d242-8eb3-8000-000064628d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43-fa02-87c3-8000-0000b65842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43-8d72-88f8-8000-000043f78f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5f-5072-89e3-8000-0000780f27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5b-6e22-8ff5-8000-00008fcaf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5e-4f52-84ea-8000-0000b29c1d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59-9062-8521-8000-00005c7535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56-e6a2-8904-8000-00008c2f77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cf177-8802-88c1-8000-00005c4985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ZW&amp;US Planetary Circular Economy</dc:title>
  <dc:subject>ZW&amp;US Planetary Circular Economy</dc:subject>
  <dc:creator>Kimi</dc:creator>
  <cp:lastModifiedBy>Kimi</cp:lastModifiedBy>
  <cp:revision>1</cp:revision>
  <dcterms:created xsi:type="dcterms:W3CDTF">2025-11-29T10:19:04Z</dcterms:created>
  <dcterms:modified xsi:type="dcterms:W3CDTF">2025-11-29T10:19:04Z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{"Label":"ZW&amp;US Planetary Circular Economy","ContentProducer":"001191110108MACG2KBH8F10000","ProduceID":"d4lc9nh8bjvmd2fabgsg","ReservedCode1":"","ContentPropagator":"001191110108MACG2KBH8F20000","PropagateID":"d4lc9nh8bjvmd2fabgsg","ReservedCode2":""}</vt:lpwstr>
  </property>
</Properties>
</file>
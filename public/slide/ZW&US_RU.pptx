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21f-7a62-8181-8000-0000a994698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22f-3c72-8dc3-8000-000079c9e8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230-da92-8f3d-8000-00004799d1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232-1482-8479-8000-0000ac38f8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22f-ddb2-82a9-8000-0000bbb376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22e-6492-8342-8000-00005d25d5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245-9132-8a65-8000-0000848674c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24f-0a62-84b1-8000-000039517f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244-a152-8ada-8000-00005fb23f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24e-e082-8f44-8000-0000ce6d0fb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24e-2092-83f4-8000-0000527816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269-b072-85fd-8000-00008f8764d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263-3c72-8805-8000-0000780f99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265-ea82-8ac8-8000-0000060a84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262-6972-8f9c-8000-00004c964d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265-f682-833b-8000-00006c038bb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280-eaa2-8880-8000-00002c3865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27a-1c32-8c4e-8000-0000ae2503c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ZW&amp;US: Цивилизация без отходов</dc:title>
  <dc:subject>ZW&amp;US: Цивилизация без отходов</dc:subject>
  <dc:creator>Kimi</dc:creator>
  <cp:lastModifiedBy>Kimi</cp:lastModifiedBy>
  <cp:revision>1</cp:revision>
  <dcterms:created xsi:type="dcterms:W3CDTF">2025-11-29T10:33:37Z</dcterms:created>
  <dcterms:modified xsi:type="dcterms:W3CDTF">2025-11-29T10:33:37Z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{"Label":"ZW&amp;US: Цивилизация без отходов","ContentProducer":"001191110108MACG2KBH8F10000","ProduceID":"d4lchmrfosllp9erufjg","ReservedCode1":"","ContentPropagator":"001191110108MACG2KBH8F20000","PropagateID":"d4lchmrfosllp9erufjg","ReservedCode2":""}</vt:lpwstr>
  </property>
</Properties>
</file>